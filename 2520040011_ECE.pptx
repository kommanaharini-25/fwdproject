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23"/>
  </p:notesMasterIdLst>
  <p:handoutMasterIdLst>
    <p:handoutMasterId r:id="rId24"/>
  </p:handoutMasterIdLst>
  <p:sldIdLst>
    <p:sldId id="314" r:id="rId3"/>
    <p:sldId id="323" r:id="rId4"/>
    <p:sldId id="266" r:id="rId5"/>
    <p:sldId id="341" r:id="rId6"/>
    <p:sldId id="342" r:id="rId7"/>
    <p:sldId id="357" r:id="rId8"/>
    <p:sldId id="364" r:id="rId9"/>
    <p:sldId id="344" r:id="rId10"/>
    <p:sldId id="343" r:id="rId11"/>
    <p:sldId id="362" r:id="rId12"/>
    <p:sldId id="349" r:id="rId13"/>
    <p:sldId id="363" r:id="rId14"/>
    <p:sldId id="355" r:id="rId15"/>
    <p:sldId id="356" r:id="rId16"/>
    <p:sldId id="358" r:id="rId17"/>
    <p:sldId id="359" r:id="rId18"/>
    <p:sldId id="360" r:id="rId19"/>
    <p:sldId id="347" r:id="rId20"/>
    <p:sldId id="348" r:id="rId21"/>
    <p:sldId id="332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5833"/>
  </p:normalViewPr>
  <p:slideViewPr>
    <p:cSldViewPr snapToGrid="0" snapToObjects="1">
      <p:cViewPr>
        <p:scale>
          <a:sx n="50" d="100"/>
          <a:sy n="50" d="100"/>
        </p:scale>
        <p:origin x="1500" y="5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51" d="100"/>
          <a:sy n="51" d="100"/>
        </p:scale>
        <p:origin x="320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FD0E32-84B7-61F7-BC6E-7F3D3E58F4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D96D9-5F98-A44D-2018-D6A2A308A4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3AFF6-B32C-BF80-479E-15EDD755C5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E1A79-2016-95C1-5829-B295A2C985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12229D-753E-D112-EA38-F8EB6301E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16374" cy="45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27E06-5BF0-54B9-FB5D-CFB52D43B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EA4E6-D507-DC8D-31AA-A4CB32D7C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99788-2E86-FADA-072C-884B02615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734CB-DFAB-944A-8037-9643745D8F20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D1ADA-8991-D408-DA0A-FE3B043FE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DF78D-056F-7C9E-8F10-682094624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9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DA370-C77E-4354-33A4-1D2D9DDD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FE7F8-1A57-17F5-243A-454005CCD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AE72D-6D76-FAB8-D597-99BF2087A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60C41-C703-1443-60E7-2BEF34D3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B3600-770E-6D67-2A66-D2FECF5D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776DCD-546C-A1AC-C961-3F3EEC504416}"/>
              </a:ext>
            </a:extLst>
          </p:cNvPr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41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5DA9-698C-D133-BCF7-93A02E210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85215-9C62-1486-DEC7-AF8E59725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292FD-C465-3FCB-1CEB-331C31A97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335F-2E5B-B14E-9706-E237C81E4155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96C18-4538-A1F2-0B35-7684E5B3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5BEFA-16A3-B084-9011-B7E85C9C9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70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3A91F-6631-AA20-E58B-064235B6D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029CD-C8C6-CEFE-D059-40BEA2997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5D9AB-9E5E-59E2-9DA3-6C54D45EA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C372B-55E2-4467-1C5C-88EAE7283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D6649-7156-A341-B9F2-F045B7551E13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897BD-CB93-AC5A-9B15-FD7F4D95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540F5-8BB9-4C4C-626E-5D45C97E3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5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8A3B-B4EE-2816-3ADC-193854142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AF86E-35F8-453B-F58E-48D8C490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D8923-FBC0-8866-8350-696FB3D22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45281-3CB5-361A-7D56-C6E37E290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F62343-9DB8-07DC-AD19-22AE6A7E5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EB0191-CD7B-6170-8655-A3CD1009B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77CD1-E97C-BA41-8E49-9F39B98FFBE8}" type="datetime1">
              <a:rPr lang="en-IN" smtClean="0"/>
              <a:t>09-03-2026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80C4C-B6E8-81B1-E2F5-D6264E3F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C8B11F-5860-03B4-E71F-3467444F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0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7A6C5-1A49-C01E-B839-45967150D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C47471-9D6F-27AE-9B05-71D6BF96E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DBCA1-9406-7A44-8A76-1046B4040777}" type="datetime1">
              <a:rPr lang="en-IN" smtClean="0"/>
              <a:t>09-03-2026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AFD67-19CE-C1CD-207C-EF612C5A6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D7506-CEE9-31E5-7D10-A0BD1B2B0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88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2BBBBF-B095-FC7E-61BE-572DFB7B1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B085D-B69B-9C45-93A5-77F47F2F6792}" type="datetime1">
              <a:rPr lang="en-IN" smtClean="0"/>
              <a:t>09-03-2026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7555D4-8ECB-AFFE-0E72-A206E4098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9EB7F-0F36-6AF2-5A6E-D350360EF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975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3453-54A8-457E-0F66-9BE958D91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E50AE-B8BE-E1FF-F3BA-809308221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A6038-C8B1-F7F2-5CA8-15CFE38CB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97CAE-AF61-8AFD-5350-97D8044E1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B69B7-E8EF-6346-9390-671C5B22ACF3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E989E-AF43-DFDB-D9DD-E85DED3C0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BCAA9-93EB-8A4D-BB9C-2479D5935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2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CE57A-1FB8-E230-296B-702500A0D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470CF4-1245-8E91-196B-2297C07C97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54EA7-CAD7-C04A-6487-F7D166033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31731-B315-1CCB-7EEF-B7C7EC92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0709D-BF3C-5743-B60D-B01C16014A7B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DE31E-F8C7-4C00-C40D-FE2821B70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C9369-3918-E39E-9B60-A57179D04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63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F7F1-0136-E40C-5B0F-C1D42F6EF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8B89F-EA4C-AA4F-0EB2-C715E5B0D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2AEC3-3D5C-B4D8-ADAC-C6249EB4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444B0-6575-954F-AAA2-CB0D0417F745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9FED2-229B-3728-C7BA-7E8D5157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B8F22-95FA-4A5E-31CC-C3851B52E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13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6F1B25-2FA5-C4F6-09E8-D6F7A8DF83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113B0-02D5-BBE3-31A5-473961629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CAE10-6B7D-C48F-F3FF-419AD4413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7A436-9AA5-6C4B-AFF1-C34F60A9AB89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2D582-0634-2511-6F7E-7229EC07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AE7E1-0525-6C8B-2077-B55EFBEA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250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A4A3-2E21-E418-73DE-E22247EE4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C87DE1-CAF2-229C-5776-9562B7956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54DD8-14C4-ACB8-D444-27F005A4C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141C7-EF5A-1D4A-89F0-79C7DE818D53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BF891-4BCD-EC21-1259-8661D36C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951AF-D1A2-07A4-0B2A-7E9D6B416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52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BFB9-B574-3DEB-F162-FE89B380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4B0E9-24AC-9760-0CBD-E5D0888E3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41205-CA2E-9649-1960-8F17E0E6D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68A0C-C998-984C-ABE3-A33473D7CABD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02BAD-D0DE-F254-BBD1-2AFE276B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87769-B833-24E6-E30B-DCE74558A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92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24CF5-AE66-5FEF-8EEC-A630C8B29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28CE2-68D8-267B-C297-6117F0736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5FFB0-0F78-AEB8-5AFB-EC779B961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2EF84-6667-8447-AC88-082F9D71D82C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3BE8E-E2EB-A8B6-21DD-9AB839A58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BE51E-49C9-6B3A-1C46-49212B57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376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3AF32-49A3-7BB1-C7E7-6C5D90D17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51BE1-060E-F420-83BA-C8AE9151C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265B4-44BE-C9BD-56AD-24359969A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62ECC-3BDB-BEA4-4B7F-1545B0DC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63FD6-5C64-304A-9680-469E8D83D1BF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9311-B569-3D99-B257-5CEB03A6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828AD-34AD-9A23-4FFC-4C32387C9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66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56895-A3B7-F0FB-3CBE-59E564F22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9C285-ECC0-3375-66EF-B240D726B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B153A-9265-EAEC-A55D-251905733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E62BD6-069B-567C-13A2-AD51A312F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0CFDC1-AF24-C301-0A26-DA099D8FF3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CB484-D858-5027-D2CF-125E103D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985EC-8C41-0649-B43C-28421C497AA5}" type="datetime1">
              <a:rPr lang="en-IN" smtClean="0"/>
              <a:t>09-03-2026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CD1DFD-AA21-1102-AD58-F0AB4361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58466D-C960-00E9-B91E-E2052515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66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5EEF4A-08C3-1725-4505-63B90332E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D38A5-B84E-8DCB-3CEA-900D45C85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F078D-01B0-9071-5546-6BFF4A071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85D85A-3465-384D-962A-D11BB8B39525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63510-A0D8-83AF-2345-E0A8B79D5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51A12-6174-66E3-0415-DA607E50C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27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B26EC2-0EF8-2F89-DF64-2685FD639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29FC3-B99D-0056-3798-159705D11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9F1E1-99D3-E959-A91B-BD6DF2599B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F4C6E9-161C-B44B-AD70-8813DADCDED1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C7260-A9B7-9847-6D81-8C797C4D5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27894-99B0-6303-77B2-C1C210EE2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84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00A09-BF95-A121-71A4-33FFE91A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057" y="136525"/>
            <a:ext cx="11543614" cy="1128381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Title :Eco </a:t>
            </a:r>
            <a:r>
              <a:rPr lang="en-US" sz="2400" dirty="0" err="1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Awarness</a:t>
            </a:r>
            <a:r>
              <a:rPr lang="en-US" sz="2400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 for Sustainable Living</a:t>
            </a:r>
            <a:endParaRPr lang="en-US" sz="2400" dirty="0">
              <a:solidFill>
                <a:srgbClr val="FF00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AE0CE-45A1-A1FF-31F4-66CECAEF30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50130"/>
            <a:ext cx="10515600" cy="1097555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US" sz="9600" dirty="0"/>
              <a:t>Student Name : </a:t>
            </a:r>
            <a:r>
              <a:rPr lang="en-US" sz="9600" dirty="0" err="1"/>
              <a:t>K.Harini</a:t>
            </a:r>
            <a:endParaRPr lang="en-US" sz="9600" dirty="0"/>
          </a:p>
          <a:p>
            <a:pPr marL="0" indent="0" algn="ctr">
              <a:buNone/>
            </a:pPr>
            <a:r>
              <a:rPr lang="en-US" sz="9600" dirty="0"/>
              <a:t>Student ID: 2520040011</a:t>
            </a:r>
            <a:endParaRPr lang="en-US" sz="2400" dirty="0"/>
          </a:p>
          <a:p>
            <a:pPr marL="0" indent="0" algn="ctr">
              <a:buNone/>
            </a:pPr>
            <a:r>
              <a:rPr lang="en-US" sz="11200" dirty="0"/>
              <a:t>Cluster : 4</a:t>
            </a:r>
          </a:p>
          <a:p>
            <a:pPr marL="0" indent="0" algn="ctr">
              <a:buNone/>
            </a:pPr>
            <a:r>
              <a:rPr lang="en-US" sz="11200" dirty="0"/>
              <a:t>Section: sec-15</a:t>
            </a:r>
          </a:p>
        </p:txBody>
      </p:sp>
      <p:pic>
        <p:nvPicPr>
          <p:cNvPr id="12" name="Picture 11" descr="A picture containing shape&#10;&#10;Description automatically generated">
            <a:extLst>
              <a:ext uri="{FF2B5EF4-FFF2-40B4-BE49-F238E27FC236}">
                <a16:creationId xmlns:a16="http://schemas.microsoft.com/office/drawing/2014/main" id="{22EBCDF0-8C0C-C908-85EA-FD8A72825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6360" y="5215467"/>
            <a:ext cx="2308795" cy="1140883"/>
          </a:xfrm>
          <a:prstGeom prst="rect">
            <a:avLst/>
          </a:prstGeom>
        </p:spPr>
      </p:pic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3F9DE7D0-41AC-90DD-3065-235240261B1B}"/>
              </a:ext>
            </a:extLst>
          </p:cNvPr>
          <p:cNvSpPr txBox="1">
            <a:spLocks/>
          </p:cNvSpPr>
          <p:nvPr/>
        </p:nvSpPr>
        <p:spPr>
          <a:xfrm>
            <a:off x="838200" y="3332480"/>
            <a:ext cx="11199471" cy="1571945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600" dirty="0"/>
              <a:t>Under the Guidance </a:t>
            </a:r>
          </a:p>
          <a:p>
            <a:pPr marL="0" indent="0" algn="ctr">
              <a:buNone/>
            </a:pPr>
            <a:r>
              <a:rPr lang="en-US" sz="8600" dirty="0"/>
              <a:t>of </a:t>
            </a:r>
            <a:endParaRPr lang="en-US" sz="86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Supervisor Name : TSP Madhuri</a:t>
            </a: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Assistant Professor</a:t>
            </a: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Department of CSE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7016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321" y="32754"/>
            <a:ext cx="10173182" cy="1600021"/>
          </a:xfrm>
        </p:spPr>
        <p:txBody>
          <a:bodyPr/>
          <a:lstStyle/>
          <a:p>
            <a:pPr algn="ctr"/>
            <a:r>
              <a:rPr lang="en-US" b="1" dirty="0"/>
              <a:t>Abstract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</a:t>
            </a:fld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12D5F78-DA0C-45C4-94CC-0914B05D039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73050" y="1632775"/>
            <a:ext cx="11517168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project focuses on creating awareness about the importance of protecting the environment and adopting sustainable living practices.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highlights major environmental issues such as pollution, climate change, and the excessive use of natural resources.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project promotes eco-friendly habits like reducing plastic usage, recycling waste, saving water, and conserving energy.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website is developed using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HTML, CSS, and JavaScript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provide information, tips, and resources related to sustainable living.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encourages people, especially students and communities, to participate in environmental protection activities.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main goal of the project is to inspire individuals to adopt green lifestyles and contribute to a cleaner, healthier, and more sustainable planet. 🌱🌍</a:t>
            </a:r>
          </a:p>
        </p:txBody>
      </p:sp>
    </p:spTree>
    <p:extLst>
      <p:ext uri="{BB962C8B-B14F-4D97-AF65-F5344CB8AC3E}">
        <p14:creationId xmlns:p14="http://schemas.microsoft.com/office/powerpoint/2010/main" val="27157837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Existing System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CC21420-6DD8-4636-A3F7-F0553FBE18F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368014"/>
            <a:ext cx="10954872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awareness is mainly spread through traditional methods such as campaigns, seminars, and printed materials.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Information about sustainable living is scattered across different websites and platforms, making it difficult for users to access it in one place.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Many existing platforms provide only general information and lack interactive features to engage users.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 is limited digital support that encourages individuals to actively participate in eco-friendly activities.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Most systems do not provide a simple and user-friendly platform specifically focused on sustainable living awareness.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 a result, people may not fully understand how their daily habits affect the environment or how to adopt sustainable practices effectively. 🌱</a:t>
            </a:r>
          </a:p>
        </p:txBody>
      </p:sp>
    </p:spTree>
    <p:extLst>
      <p:ext uri="{BB962C8B-B14F-4D97-AF65-F5344CB8AC3E}">
        <p14:creationId xmlns:p14="http://schemas.microsoft.com/office/powerpoint/2010/main" val="930833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E7308-1D11-0801-FB87-8CFF8CD98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EAE696E-C5CB-1479-F98C-F7C2D0B7B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0588" y="9773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Proposed System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D399E1-BA43-10D5-C92A-C058676C1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4</a:t>
            </a:fld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69B06F4-678A-F9E8-3749-A723EBC47CB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8182" y="1391479"/>
            <a:ext cx="11157995" cy="49398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website platform to promote eco awareness and sustainable living.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complete environmental information in one place for easy access.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 a login page for users to access the website.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sections such as About, Services, Projects, Donate, and Posts.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eco-friendly images and educational content about the environment.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 tips for sustainable living like recycling, saving water, and reducing plastic use.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Encourage users to participate in environmental protection activities.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simple and user-friendly navigation for better user experience.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Spread awareness about conserving natural resources and reducing pollution.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Motivate people to adopt eco-friendly habits for a sustainable future. 🌱🌍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54848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A1740-4A22-BB35-FC5B-E9B781495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17383E4-A635-5D2C-0BA9-6A9D4A506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-215071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System Architecture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6564198-473A-AE47-1876-C076EF0C947E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56139" y="656301"/>
            <a:ext cx="5857564" cy="6217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User Layer 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–Users interact with the application through a web browser to enter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 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related information.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Frontend Layer 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responsive interface design and seamless user experience .Structures dashboard layout across all devices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Application Logic Layer -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 user inputs and performs calculations. Manages carbon footprint analysis and waste tracking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 Modules 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– The system includes modules like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Carbon Calculator 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Recycling Game 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,and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 Modules 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manage different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 condition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Data Layer 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carbon scores, recycling points, and user preferences .Displays real-time data and user achievements dynamically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CE3228C6-C68E-4564-A8C7-28615F955E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60537" y="1089212"/>
            <a:ext cx="5211509" cy="5257800"/>
          </a:xfrm>
        </p:spPr>
      </p:pic>
    </p:spTree>
    <p:extLst>
      <p:ext uri="{BB962C8B-B14F-4D97-AF65-F5344CB8AC3E}">
        <p14:creationId xmlns:p14="http://schemas.microsoft.com/office/powerpoint/2010/main" val="34890111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BA3CF-B2DE-BB8B-B806-9A7A200FF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400" y="0"/>
            <a:ext cx="10515600" cy="1325563"/>
          </a:xfrm>
        </p:spPr>
        <p:txBody>
          <a:bodyPr/>
          <a:lstStyle/>
          <a:p>
            <a:r>
              <a:rPr lang="en-US" dirty="0"/>
              <a:t>Project 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D74E7E-61AF-43CC-FFDE-CC5BBA13BA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74978" y="1509561"/>
            <a:ext cx="11977511" cy="4585204"/>
          </a:xfrm>
        </p:spPr>
        <p:txBody>
          <a:bodyPr>
            <a:normAutofit/>
          </a:bodyPr>
          <a:lstStyle/>
          <a:p>
            <a:pPr marL="0" indent="0">
              <a:buNone/>
            </a:pPr>
            <a:b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2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64205B2-E829-48F4-81DE-AB5C5E8A4AB7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748144" y="1055459"/>
            <a:ext cx="10264997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Login / Authentication Module –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Allows users to securely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sign up and log in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the website using a username and password to access eco-related content.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Navigation Module –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Manages the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menu or navigation bar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that helps users switch between different sections such as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Home, About, Services, Projects, Donate, and Posts.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Home Module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b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Displays the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 introduction of the website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eco-awareness message, and images related to sustainable living.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About Module –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information about the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eco awareness, sustainable living practices, and environmental protection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795366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A4C95-20DF-A2CF-443C-757788822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5FB0B-F4DF-4E47-F35D-3BCBFF4F4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6271" y="0"/>
            <a:ext cx="10990729" cy="1385047"/>
          </a:xfrm>
        </p:spPr>
        <p:txBody>
          <a:bodyPr/>
          <a:lstStyle/>
          <a:p>
            <a:r>
              <a:rPr lang="en-US" dirty="0"/>
              <a:t>Project Modules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EBEDC8F-0009-4F07-B571-1CB237DA279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03411" y="1348209"/>
            <a:ext cx="11443448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Services Module –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Shows the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eco-friendly services or initiatives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such as recycling awareness, tree plantation, waste management, and energy conservation.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Projects Module –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Displays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projects or activities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that promote sustainability and green living.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Posts / Blog Module –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Shares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articles, tips, and updates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related to eco-friendly lifestyles, environmental issues, and sustainability practices.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Donation Module –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Allows users to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 environmental causes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by donating to eco-friendly initiatives or campaigns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526403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73125-DE57-89FD-81B9-AA8B783FC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87EB9E5-2196-BA25-5BC0-0ADC2050C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884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Objectives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6B3D33D-A563-6E27-70D6-542E95F7622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09282" y="1304804"/>
            <a:ext cx="12438530" cy="58241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create awareness about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protection and sustainable living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educate people about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eco-friendly practices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such as recycling, reducing plastic use, and conserving energy.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website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provides information about eco awareness.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encourage individuals and communities to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participate in environmental activities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promote the importance of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protecting natural resources for future generations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Adding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features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such as quizzes and challenges on eco awareness.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Integrating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environmental data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like air quality or pollution levels.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Developing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mobile-friendly application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better accessibility.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Adding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community discussion forum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where users can share ideas and eco tips.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Implementing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activity tracking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eco-friendly habits.</a:t>
            </a:r>
          </a:p>
          <a:p>
            <a:pPr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39859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03485-1CDC-6A29-86F1-EC5F9BB7E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F8E0586-CE85-480D-585E-FCD3C3448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131" y="-161690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Co’s Attainments - FWD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890F206-B37F-761D-F471-0BF91F8897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518" y="90312"/>
            <a:ext cx="7635057" cy="5407376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CO1 –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Structure, Internet Concepts, Basic CSS</a:t>
            </a:r>
          </a:p>
        </p:txBody>
      </p:sp>
      <p:sp>
        <p:nvSpPr>
          <p:cNvPr id="2" name="Arrow: Chevron 1">
            <a:extLst>
              <a:ext uri="{FF2B5EF4-FFF2-40B4-BE49-F238E27FC236}">
                <a16:creationId xmlns:a16="http://schemas.microsoft.com/office/drawing/2014/main" id="{138C7DF2-856F-A509-7EA0-F2C3D859A134}"/>
              </a:ext>
            </a:extLst>
          </p:cNvPr>
          <p:cNvSpPr/>
          <p:nvPr/>
        </p:nvSpPr>
        <p:spPr>
          <a:xfrm>
            <a:off x="147296" y="1101920"/>
            <a:ext cx="192840" cy="149931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A76FABA-D9B8-BC2B-E1CA-161F5D089351}"/>
              </a:ext>
            </a:extLst>
          </p:cNvPr>
          <p:cNvCxnSpPr/>
          <p:nvPr/>
        </p:nvCxnSpPr>
        <p:spPr>
          <a:xfrm>
            <a:off x="67103" y="1738491"/>
            <a:ext cx="353226" cy="0"/>
          </a:xfrm>
          <a:prstGeom prst="straightConnector1">
            <a:avLst/>
          </a:prstGeom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Rectangle 3">
            <a:extLst>
              <a:ext uri="{FF2B5EF4-FFF2-40B4-BE49-F238E27FC236}">
                <a16:creationId xmlns:a16="http://schemas.microsoft.com/office/drawing/2014/main" id="{95A17D7D-03CA-FB73-B432-08EEA92BD5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296" y="3404190"/>
            <a:ext cx="3690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75D2B3F-64C3-6485-729D-03AB8A25F06F}"/>
              </a:ext>
            </a:extLst>
          </p:cNvPr>
          <p:cNvSpPr txBox="1"/>
          <p:nvPr/>
        </p:nvSpPr>
        <p:spPr>
          <a:xfrm>
            <a:off x="417931" y="1538058"/>
            <a:ext cx="611293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CO teaches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structure web pages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include resources, and apply CSS for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appeal and layout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237FC17-4738-4343-9FE4-264CBE441235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04816" y="2831003"/>
            <a:ext cx="6891333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HTML Structure: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All the dashboard pages (login Page, dashboard, home, calculator, game, etc.)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Internet Concepts: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Using &lt;meta&gt;, &lt;link&gt; (if external CSS or fonts), and &lt;script&gt; for JavaScript.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Basic CSS: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Styling login page, dashboard sidebar, buttons, and cards.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45FF3AC-91A6-47B9-B866-C004D23AC8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156" y="1580895"/>
            <a:ext cx="4648849" cy="224821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C963A68-D69C-4D5F-8BDC-7AA34BF7A5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768" y="5532281"/>
            <a:ext cx="5792008" cy="98121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7E9F7DA-468C-4A5C-9EB1-7471890C58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2453" y="4006812"/>
            <a:ext cx="4518029" cy="2380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9656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7">
            <a:extLst>
              <a:ext uri="{FF2B5EF4-FFF2-40B4-BE49-F238E27FC236}">
                <a16:creationId xmlns:a16="http://schemas.microsoft.com/office/drawing/2014/main" id="{C05D03DB-BFDA-3E03-610A-88F3B8FD3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01725"/>
          </a:xfrm>
        </p:spPr>
        <p:txBody>
          <a:bodyPr/>
          <a:lstStyle/>
          <a:p>
            <a:pPr algn="ctr"/>
            <a:r>
              <a:rPr lang="en-US" b="1" dirty="0"/>
              <a:t>Co’s Attainments - FWD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8F701F-BE41-495D-8673-832A7B172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66850"/>
            <a:ext cx="11525250" cy="471011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CO2: Forms, Semantic HTML, Responsive CSS Layout</a:t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0D7213-482B-45ED-92D3-2C1F0D683B4F}"/>
              </a:ext>
            </a:extLst>
          </p:cNvPr>
          <p:cNvSpPr txBox="1"/>
          <p:nvPr/>
        </p:nvSpPr>
        <p:spPr>
          <a:xfrm>
            <a:off x="514350" y="2038350"/>
            <a:ext cx="61957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CO2 focuses on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gathering user input through forms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using semantic tags for accessibility, 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making the site mobile-friendly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A04242FC-3683-433C-BEE0-0B27A81E76CF}"/>
              </a:ext>
            </a:extLst>
          </p:cNvPr>
          <p:cNvSpPr>
            <a:spLocks noChangeArrowheads="1"/>
          </p:cNvSpPr>
          <p:nvPr/>
        </p:nvSpPr>
        <p:spPr bwMode="auto">
          <a:xfrm rot="21140775" flipH="1">
            <a:off x="1705352" y="4615128"/>
            <a:ext cx="620180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16368456-7516-4940-B0A3-D0FC37ACD2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1" y="3553659"/>
            <a:ext cx="6953249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Forms: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Login form (email, password) and Carbon Footprint Calculator form (inputs for transport, electricity, water, plastic).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Semantic HTML: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&lt;header&gt;, &lt;main&gt;, &lt;section&gt;, &lt;h1&gt;-&lt;h4&gt;, &lt;label&gt;, &lt;button&gt;.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Responsive CSS: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Media queries for mobile view of sidebar and dashboard.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69E7C2BE-3030-479B-B944-0E71726AED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8832" y="1957693"/>
            <a:ext cx="4601217" cy="143847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A8C2567-BC63-4266-8E96-8066FD556B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8833" y="3509291"/>
            <a:ext cx="3801005" cy="1438476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F86320A-47F5-4784-B11D-C2850CB408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6263" y="5070742"/>
            <a:ext cx="4658368" cy="1476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6484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D5D34-375C-1539-7916-CE3499749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40EC064-2C0F-5DFB-180E-CA80D7B06F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330" y="11290"/>
            <a:ext cx="7635057" cy="411312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CO3–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JavaScript for Functionality:</a:t>
            </a:r>
          </a:p>
        </p:txBody>
      </p:sp>
      <p:sp>
        <p:nvSpPr>
          <p:cNvPr id="2" name="Arrow: Chevron 1">
            <a:extLst>
              <a:ext uri="{FF2B5EF4-FFF2-40B4-BE49-F238E27FC236}">
                <a16:creationId xmlns:a16="http://schemas.microsoft.com/office/drawing/2014/main" id="{9A16D34C-A40D-64D0-98E4-41DD122E672C}"/>
              </a:ext>
            </a:extLst>
          </p:cNvPr>
          <p:cNvSpPr/>
          <p:nvPr/>
        </p:nvSpPr>
        <p:spPr>
          <a:xfrm>
            <a:off x="100490" y="1052441"/>
            <a:ext cx="192840" cy="149931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86BBEAB-64CF-438C-2456-282695162E1B}"/>
              </a:ext>
            </a:extLst>
          </p:cNvPr>
          <p:cNvCxnSpPr/>
          <p:nvPr/>
        </p:nvCxnSpPr>
        <p:spPr>
          <a:xfrm>
            <a:off x="20297" y="1750542"/>
            <a:ext cx="353226" cy="0"/>
          </a:xfrm>
          <a:prstGeom prst="straightConnector1">
            <a:avLst/>
          </a:prstGeom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Rectangle 3">
            <a:extLst>
              <a:ext uri="{FF2B5EF4-FFF2-40B4-BE49-F238E27FC236}">
                <a16:creationId xmlns:a16="http://schemas.microsoft.com/office/drawing/2014/main" id="{892C312D-AC70-3ECC-3879-0E5DAF5CAB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296" y="3404190"/>
            <a:ext cx="29206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B7C99A-44B3-D796-176D-E8FFC72E552D}"/>
              </a:ext>
            </a:extLst>
          </p:cNvPr>
          <p:cNvSpPr txBox="1"/>
          <p:nvPr/>
        </p:nvSpPr>
        <p:spPr>
          <a:xfrm>
            <a:off x="373524" y="1553825"/>
            <a:ext cx="606333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CO3 focuses on writing logic, using arrays/objects to store data, and creating dynamic functionality</a:t>
            </a:r>
            <a:r>
              <a:rPr lang="en-US" sz="2400" dirty="0"/>
              <a:t>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94E130D-4EEE-875F-94FC-813CE6299559}"/>
              </a:ext>
            </a:extLst>
          </p:cNvPr>
          <p:cNvSpPr txBox="1"/>
          <p:nvPr/>
        </p:nvSpPr>
        <p:spPr>
          <a:xfrm>
            <a:off x="3322759" y="0"/>
            <a:ext cx="658142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latin typeface="+mj-lt"/>
                <a:cs typeface="Times New Roman" panose="02020603050405020304" pitchFamily="18" charset="0"/>
              </a:rPr>
              <a:t>Co’s Attainments - FWD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DA886F0-8C04-4685-8CA1-2A41B86139EB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39362" y="3109917"/>
            <a:ext cx="5997495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JavaScript Functions: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calculate Footprint(), initialize Game(), generate Ideas().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Arrays &amp; Objects: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waste Items, trash Ideas, contacts, locations.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E1C1C89-EE83-45E2-A87F-132D90FA8F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209" y="4960283"/>
            <a:ext cx="6439799" cy="154326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4478B7F-8DB1-4B37-97AC-F77AF916D6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6858" y="1811471"/>
            <a:ext cx="5125165" cy="173989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C4E7015-6C24-48AB-8FAF-A07BC76C66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6043" y="3865855"/>
            <a:ext cx="4435980" cy="2264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0154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7FC4E-93F5-93D3-A183-4496E85A9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7">
            <a:extLst>
              <a:ext uri="{FF2B5EF4-FFF2-40B4-BE49-F238E27FC236}">
                <a16:creationId xmlns:a16="http://schemas.microsoft.com/office/drawing/2014/main" id="{0002C242-39D0-EB39-2CBA-1BE5131E7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131" y="-161690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Co’s Attainments - FWD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E364E9-2C95-4E23-B1CA-29E179B5DE87}"/>
              </a:ext>
            </a:extLst>
          </p:cNvPr>
          <p:cNvSpPr txBox="1"/>
          <p:nvPr/>
        </p:nvSpPr>
        <p:spPr>
          <a:xfrm>
            <a:off x="495300" y="1055735"/>
            <a:ext cx="7162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CO4: DOM Manipulation, Events, Fetch/API usage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CCE077-0DAF-40AC-90E2-092EAF78B694}"/>
              </a:ext>
            </a:extLst>
          </p:cNvPr>
          <p:cNvSpPr txBox="1"/>
          <p:nvPr/>
        </p:nvSpPr>
        <p:spPr>
          <a:xfrm rot="10800000" flipV="1">
            <a:off x="495301" y="1859339"/>
            <a:ext cx="63627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CO4 emphasizes interactivity, real-time updates, and connecting user actions to visible changes.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0984808-879A-4547-8F8A-343CBF6FFD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551837"/>
            <a:ext cx="6362700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DOM Manipulation: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Displaying results 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resultContent.innerHTML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), updating game items 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renderGameItems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()), locations and contacts lists.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Events: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onclick,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onchange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ondragstart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ondrop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Fetch/API (if added later):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You can fetch environmental data from external APIs for locations or carbon info.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25C7219-841F-4A25-9E2C-57BAE964D8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58817"/>
            <a:ext cx="5154004" cy="197778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EA944FC-C1B0-49CF-9CCA-AD3506E181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1" y="3703936"/>
            <a:ext cx="4724400" cy="197778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A0564F9-B1D5-400F-9C83-10765CAB9A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1" y="5755263"/>
            <a:ext cx="4353533" cy="925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5222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C9125-1F00-CB02-5BFA-60EBE2808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795DCB9-9F62-60BE-4631-90DE5AF33B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518" y="90312"/>
            <a:ext cx="7635057" cy="5407376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CO5 – : Develop a Complete Mini Web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Application Integrated HTML, CSS, and JavaScript to develop a complete Eco Awareness for Sustainable Living web application.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project we used main web application concepts such as Login/Registration page, Dashboard interface, Eco Tips &amp; Sustainable Practices module, Waste Management &amp; Recycling Guide, and Environmental Resources / Emergency environmental contacts page to organize the platform features.</a:t>
            </a:r>
          </a:p>
        </p:txBody>
      </p:sp>
      <p:sp>
        <p:nvSpPr>
          <p:cNvPr id="2" name="Arrow: Chevron 1">
            <a:extLst>
              <a:ext uri="{FF2B5EF4-FFF2-40B4-BE49-F238E27FC236}">
                <a16:creationId xmlns:a16="http://schemas.microsoft.com/office/drawing/2014/main" id="{D3D4EF94-9A77-045D-D6FA-CE3D000E8F82}"/>
              </a:ext>
            </a:extLst>
          </p:cNvPr>
          <p:cNvSpPr/>
          <p:nvPr/>
        </p:nvSpPr>
        <p:spPr>
          <a:xfrm>
            <a:off x="147296" y="1101920"/>
            <a:ext cx="192840" cy="149931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50D0D74-FEC7-A0F6-6C83-64D2C4C7942B}"/>
              </a:ext>
            </a:extLst>
          </p:cNvPr>
          <p:cNvCxnSpPr/>
          <p:nvPr/>
        </p:nvCxnSpPr>
        <p:spPr>
          <a:xfrm>
            <a:off x="67103" y="1738491"/>
            <a:ext cx="353226" cy="0"/>
          </a:xfrm>
          <a:prstGeom prst="straightConnector1">
            <a:avLst/>
          </a:prstGeom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58A244D-8046-B7E6-295B-A31E8213F4BB}"/>
              </a:ext>
            </a:extLst>
          </p:cNvPr>
          <p:cNvSpPr txBox="1"/>
          <p:nvPr/>
        </p:nvSpPr>
        <p:spPr>
          <a:xfrm>
            <a:off x="458366" y="3667794"/>
            <a:ext cx="65814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179515-9525-7B34-D0BF-6A4A69E7F609}"/>
              </a:ext>
            </a:extLst>
          </p:cNvPr>
          <p:cNvSpPr txBox="1"/>
          <p:nvPr/>
        </p:nvSpPr>
        <p:spPr>
          <a:xfrm>
            <a:off x="3494314" y="82335"/>
            <a:ext cx="658142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latin typeface="+mj-lt"/>
                <a:cs typeface="Times New Roman" panose="02020603050405020304" pitchFamily="18" charset="0"/>
              </a:rPr>
              <a:t>Co’s Attainments - FWD</a:t>
            </a:r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CC76DC83-8D25-40EB-A9C7-8934A2647CC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E398C42-BCCA-4AAF-9F3A-BF06272859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814" y="4998374"/>
            <a:ext cx="5715000" cy="8763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F14825D-A3C2-41EA-96DA-6F6E27518F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990" y="1101920"/>
            <a:ext cx="3368074" cy="252870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F0F9375-0502-4FB9-95DA-646D7B3F99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9461" y="4541174"/>
            <a:ext cx="3838575" cy="133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551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52035-98AA-8AE6-5729-CA3AAFE80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956" y="-274968"/>
            <a:ext cx="10515600" cy="1325563"/>
          </a:xfrm>
        </p:spPr>
        <p:txBody>
          <a:bodyPr/>
          <a:lstStyle/>
          <a:p>
            <a:r>
              <a:rPr lang="en-US" dirty="0"/>
              <a:t>Screenshots-FWD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3D2168-1A24-46B1-8096-1AD9C21178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84" y="1020630"/>
            <a:ext cx="4895850" cy="46390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9F6F7DD-7612-4867-BFBC-B20D60C287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8931" y="1020630"/>
            <a:ext cx="7143750" cy="4695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8469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8D4BEB-AF15-4774-9E22-94A1CEB5EC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1" y="1137818"/>
            <a:ext cx="5187138" cy="49391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EB83BC9-129E-4F01-916C-F7AFE811E3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9700" y="1137819"/>
            <a:ext cx="6972300" cy="4939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4618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500560-7F38-43B9-A7C4-352DF087B1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" y="175787"/>
            <a:ext cx="4599797" cy="65064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F5FEC24-929A-45DB-BFC7-F71965AF54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6744" y="175787"/>
            <a:ext cx="7468056" cy="41295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2D5A998-6795-4D13-8ECB-5C384159CC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6744" y="4305300"/>
            <a:ext cx="7468056" cy="2376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8157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78124ED-9090-4F55-AE5E-8C58DF35AC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709278"/>
            <a:ext cx="6968191" cy="47917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F9C5A96-F9C2-4C3B-BAF9-D0179DFB53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3941" y="709278"/>
            <a:ext cx="4499909" cy="4791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2615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63A63-E30E-0694-B089-838C7E389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E8F526A-5F54-0308-7336-A6E081606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3225" y="0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Conclusion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2466403E-D86F-49A9-8DEF-2ED6E00D07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877883"/>
            <a:ext cx="11849100" cy="6001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 Awareness for Sustainable Living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website was successfully developed using HTML, CSS, and JavaScript to create an interactive and user-friendly platform.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helps users learn about sustainable practices, eco-friendly alternatives, and ways to reduce environmental impact in daily life.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 functions were used to implement dynamic features such as interactive tips, eco-quiz results, and tracking sustainable actions.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was used to structure the web pages, while CSS and Tailwind CSS were used to design a responsive and visually appealing interface.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demonstrates the integration of front-end technologies to build an informative and engaging environmental awareness platform.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Charts, visuals, and interactive elements were used to provide clear insights into sustainable practices, improving the overall user experience.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helped in understanding web development concepts such as DOM manipulation, event handling, and dynamic content updates.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future, the application can be enhanced by adding user login systems, personalized eco-goals, and database storage for tracking environmental impact over time.</a:t>
            </a:r>
          </a:p>
        </p:txBody>
      </p:sp>
    </p:spTree>
    <p:extLst>
      <p:ext uri="{BB962C8B-B14F-4D97-AF65-F5344CB8AC3E}">
        <p14:creationId xmlns:p14="http://schemas.microsoft.com/office/powerpoint/2010/main" val="28589121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48258-F0F3-1EE4-1AB3-DB04AD69E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961B8-8709-0718-F6D3-9D07622F7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523" y="291566"/>
            <a:ext cx="10515600" cy="1325563"/>
          </a:xfrm>
        </p:spPr>
        <p:txBody>
          <a:bodyPr/>
          <a:lstStyle/>
          <a:p>
            <a:r>
              <a:rPr lang="en-US" dirty="0"/>
              <a:t>Geo- Tag Photos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2C34AC81-44FB-4A83-A03D-CE1B7AA6BD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48274" y="1617129"/>
            <a:ext cx="3263503" cy="4351338"/>
          </a:xfrm>
        </p:spPr>
      </p:pic>
      <p:pic>
        <p:nvPicPr>
          <p:cNvPr id="14" name="Content Placeholder 9">
            <a:extLst>
              <a:ext uri="{FF2B5EF4-FFF2-40B4-BE49-F238E27FC236}">
                <a16:creationId xmlns:a16="http://schemas.microsoft.com/office/drawing/2014/main" id="{A0807D23-CB89-4FA2-A556-FA9969A98C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745" y="1617129"/>
            <a:ext cx="326350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4719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4400" dirty="0"/>
              <a:t>THANK YOU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D6276-EBF6-BB4A-A6C6-114A8D55B891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958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5124</TotalTime>
  <Words>1431</Words>
  <Application>Microsoft Office PowerPoint</Application>
  <PresentationFormat>Widescreen</PresentationFormat>
  <Paragraphs>122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Calibri</vt:lpstr>
      <vt:lpstr>Calibri Light</vt:lpstr>
      <vt:lpstr>Times New Roman</vt:lpstr>
      <vt:lpstr>Wingdings</vt:lpstr>
      <vt:lpstr>Office Theme</vt:lpstr>
      <vt:lpstr>Custom Design</vt:lpstr>
      <vt:lpstr>Title :Eco Awarness for Sustainable Living</vt:lpstr>
      <vt:lpstr>Abstract</vt:lpstr>
      <vt:lpstr>Existing System </vt:lpstr>
      <vt:lpstr>Proposed System</vt:lpstr>
      <vt:lpstr>System Architecture</vt:lpstr>
      <vt:lpstr>Project Modules</vt:lpstr>
      <vt:lpstr>Project Modules</vt:lpstr>
      <vt:lpstr>Objectives</vt:lpstr>
      <vt:lpstr>Co’s Attainments - FWD</vt:lpstr>
      <vt:lpstr>Co’s Attainments - FWD</vt:lpstr>
      <vt:lpstr>PowerPoint Presentation</vt:lpstr>
      <vt:lpstr>Co’s Attainments - FWD</vt:lpstr>
      <vt:lpstr>PowerPoint Presentation</vt:lpstr>
      <vt:lpstr>Screenshots-FWD</vt:lpstr>
      <vt:lpstr>PowerPoint Presentation</vt:lpstr>
      <vt:lpstr>PowerPoint Presentation</vt:lpstr>
      <vt:lpstr>PowerPoint Presentation</vt:lpstr>
      <vt:lpstr>Conclusion</vt:lpstr>
      <vt:lpstr>Geo- Tag Photos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HARINI KOMMANA</cp:lastModifiedBy>
  <cp:revision>64</cp:revision>
  <dcterms:created xsi:type="dcterms:W3CDTF">2022-05-20T10:20:31Z</dcterms:created>
  <dcterms:modified xsi:type="dcterms:W3CDTF">2026-03-10T04:03:15Z</dcterms:modified>
</cp:coreProperties>
</file>